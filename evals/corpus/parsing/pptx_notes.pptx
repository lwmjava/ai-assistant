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备注：培训材料需同步到知识库。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备注：验收前需完成一次全量重建。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知识库接入培训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本次培训覆盖解析、切分与检索三段链路。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验收清单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验收清单包含覆盖率与阅读顺序两项。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